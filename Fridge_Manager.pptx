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3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앱 이름과 한 줄 컨셉을 소개합니다. 가족이 함께 쓰는 냉장고, 소비기한을 색으로 관리한다는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가정 냉장고에서 음식이 버려지는 세 가지 이유를 짚습니다. 공감대 형성이 목표.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문제를 하나의 앱으로 해결한다는 전환. 실시간 공유·색상 판단·가족 협력.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앱의 핵심 가치. 소비기한을 세 가지 상태 색상으로만 표현해 한눈에 판단하게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화면. 카드마다 상태 점과 색상 뱃지로 소비기한을 표시. 여기서 앱의 실물을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 화면으로 구성. 음식 목록, 가족 그룹, 프로필/알림. 목록이 중심.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냉장고를 여러 명이 실시간 공유. 누가 등록했는지도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지향하는 목표 지표. 수치는 목표치임을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인사와 한 줄 요약. 질문을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3249960"/>
            <a:ext cx="209550" cy="20955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504950" y="3249960"/>
            <a:ext cx="209550" cy="2095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866900" y="3249960"/>
            <a:ext cx="209550" cy="2095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992910"/>
            <a:ext cx="17602200" cy="130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750" b="1" kern="0" spc="-29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냉장고 관리</a:t>
            </a:r>
            <a:endParaRPr lang="en-US" sz="9750" dirty="0"/>
          </a:p>
        </p:txBody>
      </p:sp>
      <p:sp>
        <p:nvSpPr>
          <p:cNvPr id="7" name="Text 5"/>
          <p:cNvSpPr/>
          <p:nvPr/>
        </p:nvSpPr>
        <p:spPr>
          <a:xfrm>
            <a:off x="1143000" y="5446365"/>
            <a:ext cx="17602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Fridge Manager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143000" y="6494115"/>
            <a:ext cx="123634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50" dirty="0">
                <a:solidFill>
                  <a:srgbClr val="E4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가족이 함께 쓰는 냉장고 — 소비기한을 색으로 관리합니다.</a:t>
            </a:r>
            <a:endParaRPr lang="en-US" sz="2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047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9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냉장고 속 잊혀지는 음식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2038350"/>
            <a:ext cx="17602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대부분의 낭비는 '몰라서' 생깁니다.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3171825"/>
            <a:ext cx="5130775" cy="6200775"/>
          </a:xfrm>
          <a:prstGeom prst="roundRect">
            <a:avLst>
              <a:gd name="adj" fmla="val 334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1625" y="3676650"/>
            <a:ext cx="47008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71625" y="4214813"/>
            <a:ext cx="4700878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샀는지 모른다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71625" y="4886325"/>
            <a:ext cx="440173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 날짜도 소비기한도 </a:t>
            </a:r>
            <a:r>
              <a:rPr lang="en-US" sz="225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기억나지</a:t>
            </a: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225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않아</a:t>
            </a: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그대로 쌓아둡니다.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78575" y="3171825"/>
            <a:ext cx="5130850" cy="6200775"/>
          </a:xfrm>
          <a:prstGeom prst="roundRect">
            <a:avLst>
              <a:gd name="adj" fmla="val 334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7200" y="3676650"/>
            <a:ext cx="47009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007200" y="4214813"/>
            <a:ext cx="470096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가족끼리 안 통한다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07200" y="4886325"/>
            <a:ext cx="440180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뭐가 있는지 몰라 같은 </a:t>
            </a:r>
            <a:r>
              <a:rPr lang="en-US" sz="225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재료를</a:t>
            </a: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225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또</a:t>
            </a: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사 오는 일이 반복됩니다.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014225" y="3171825"/>
            <a:ext cx="5130775" cy="6200775"/>
          </a:xfrm>
          <a:prstGeom prst="roundRect">
            <a:avLst>
              <a:gd name="adj" fmla="val 334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42850" y="3676650"/>
            <a:ext cx="47008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42850" y="4214813"/>
            <a:ext cx="4700878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지나서야 발견한다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442850" y="4886325"/>
            <a:ext cx="440173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소비기한이 지난 뒤에야 </a:t>
            </a:r>
            <a:r>
              <a:rPr lang="en-US" sz="225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눈에</a:t>
            </a: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225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띄어</a:t>
            </a: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결국 버리게 됩니다.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289474"/>
            <a:ext cx="17602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우리의 해결책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143000" y="3937174"/>
            <a:ext cx="13735050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700" b="1" kern="0" spc="-114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가족이 함께 관리하는 스마트 냉장고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143000" y="6211714"/>
            <a:ext cx="2297609" cy="7858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7325" y="6537945"/>
            <a:ext cx="133350" cy="1333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743075" y="6411739"/>
            <a:ext cx="152152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공유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69209" y="6211714"/>
            <a:ext cx="2297609" cy="7858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83534" y="6537945"/>
            <a:ext cx="133350" cy="1333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269284" y="6411739"/>
            <a:ext cx="152152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색으로 판단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195417" y="6211714"/>
            <a:ext cx="2033960" cy="7858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9742" y="6537945"/>
            <a:ext cx="133350" cy="1333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795492" y="6411739"/>
            <a:ext cx="11957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협력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047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9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색으로 읽는 소비기한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2038350"/>
            <a:ext cx="17602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 상태 색상 하나로 긴급한 판단을 순간에 끝냅니다.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3133725"/>
            <a:ext cx="5130775" cy="6238875"/>
          </a:xfrm>
          <a:prstGeom prst="roundRect">
            <a:avLst>
              <a:gd name="adj" fmla="val 4084"/>
            </a:avLst>
          </a:prstGeom>
          <a:solidFill>
            <a:srgbClr val="16A34A">
              <a:alpha val="7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19250" y="3812381"/>
            <a:ext cx="228600" cy="2286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2000250" y="3686175"/>
            <a:ext cx="73536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19250" y="6943725"/>
            <a:ext cx="4596103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D-4 이상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619250" y="7962900"/>
            <a:ext cx="430362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여유가 있어요.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편하게</a:t>
            </a: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두고 쓰세요.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578575" y="3133725"/>
            <a:ext cx="5130850" cy="6238875"/>
          </a:xfrm>
          <a:prstGeom prst="roundRect">
            <a:avLst>
              <a:gd name="adj" fmla="val 4084"/>
            </a:avLst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54825" y="3812381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435825" y="3686175"/>
            <a:ext cx="73536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임박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54825" y="6943724"/>
            <a:ext cx="459618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D-3 ~ 당일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054825" y="7943850"/>
            <a:ext cx="45961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곧 기한이 끝나요. 먼저 챙겨 드세요.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2014225" y="3133725"/>
            <a:ext cx="5130775" cy="6238875"/>
          </a:xfrm>
          <a:prstGeom prst="roundRect">
            <a:avLst>
              <a:gd name="adj" fmla="val 4084"/>
            </a:avLst>
          </a:prstGeom>
          <a:solidFill>
            <a:srgbClr val="DC2626">
              <a:alpha val="7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490475" y="3812381"/>
            <a:ext cx="228600" cy="2286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12871475" y="3686175"/>
            <a:ext cx="73536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경과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490475" y="6943725"/>
            <a:ext cx="4596103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기한 지남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2490475" y="7962900"/>
            <a:ext cx="430362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소비기한이 지났어요.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상태를</a:t>
            </a: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확인하세요.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96133"/>
            <a:ext cx="1133665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9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냉장고 대시보드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4062933"/>
            <a:ext cx="7063740" cy="104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냉장고를 열지 않아도 무엇이, 얼마나, 언제까지 있는지 한 화면에서 봅니다.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716860"/>
            <a:ext cx="152400" cy="1524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5600179"/>
            <a:ext cx="35208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점과 남은 일수 뱃지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6369323"/>
            <a:ext cx="152400" cy="152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485899" y="6252642"/>
            <a:ext cx="35208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냉장·냉동·실온 빠른 필터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7021785"/>
            <a:ext cx="152400" cy="1524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1485900" y="6905104"/>
            <a:ext cx="352081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경과·임박·안전 개수 요약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401550" y="2714625"/>
            <a:ext cx="4743450" cy="48577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71500" dist="2286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677775" y="2990850"/>
            <a:ext cx="1348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그룹명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677775" y="3209925"/>
            <a:ext cx="13481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 냉장고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5916275" y="3090863"/>
            <a:ext cx="381000" cy="3810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897225" y="3109913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엄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6202025" y="3090863"/>
            <a:ext cx="381000" cy="381000"/>
          </a:xfrm>
          <a:prstGeom prst="ellipse">
            <a:avLst/>
          </a:prstGeom>
          <a:solidFill>
            <a:srgbClr val="0EA5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182975" y="3109913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6487775" y="3090863"/>
            <a:ext cx="381000" cy="381000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68725" y="3109913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2677775" y="3781425"/>
            <a:ext cx="1320775" cy="876300"/>
          </a:xfrm>
          <a:prstGeom prst="roundRect">
            <a:avLst>
              <a:gd name="adj" fmla="val 13043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20650" y="3924300"/>
            <a:ext cx="111122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820650" y="4293394"/>
            <a:ext cx="104775" cy="104775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13001625" y="4176712"/>
            <a:ext cx="25583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4112850" y="3781425"/>
            <a:ext cx="1320850" cy="876300"/>
          </a:xfrm>
          <a:prstGeom prst="roundRect">
            <a:avLst>
              <a:gd name="adj" fmla="val 13043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255725" y="3924300"/>
            <a:ext cx="111130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255725" y="4293394"/>
            <a:ext cx="104775" cy="10477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4436700" y="4176712"/>
            <a:ext cx="2635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5548000" y="3781425"/>
            <a:ext cx="1320775" cy="876300"/>
          </a:xfrm>
          <a:prstGeom prst="roundRect">
            <a:avLst>
              <a:gd name="adj" fmla="val 13043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690875" y="3924300"/>
            <a:ext cx="111122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690875" y="4293394"/>
            <a:ext cx="104775" cy="104775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15871850" y="4176712"/>
            <a:ext cx="24586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2677775" y="4848225"/>
            <a:ext cx="2038350" cy="1166813"/>
          </a:xfrm>
          <a:prstGeom prst="roundRect">
            <a:avLst>
              <a:gd name="adj" fmla="val 9796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820650" y="4991100"/>
            <a:ext cx="498500" cy="204788"/>
          </a:xfrm>
          <a:prstGeom prst="roundRect">
            <a:avLst>
              <a:gd name="adj" fmla="val 27907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12896850" y="5010150"/>
            <a:ext cx="395950" cy="204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유제품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4468475" y="5041106"/>
            <a:ext cx="104775" cy="10477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12820650" y="5291138"/>
            <a:ext cx="19278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우유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2820650" y="5634038"/>
            <a:ext cx="761777" cy="238125"/>
          </a:xfrm>
          <a:prstGeom prst="roundRect">
            <a:avLst>
              <a:gd name="adj" fmla="val 24000"/>
            </a:avLst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2906375" y="5729288"/>
            <a:ext cx="47625" cy="4762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13001625" y="5662613"/>
            <a:ext cx="571277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 남음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14830425" y="4848225"/>
            <a:ext cx="2038350" cy="1166813"/>
          </a:xfrm>
          <a:prstGeom prst="roundRect">
            <a:avLst>
              <a:gd name="adj" fmla="val 9796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973300" y="4991100"/>
            <a:ext cx="383158" cy="204788"/>
          </a:xfrm>
          <a:prstGeom prst="roundRect">
            <a:avLst>
              <a:gd name="adj" fmla="val 27907"/>
            </a:avLst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15049500" y="5010150"/>
            <a:ext cx="269074" cy="204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채소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6621125" y="5041106"/>
            <a:ext cx="104775" cy="104775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14973300" y="5291138"/>
            <a:ext cx="19278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시금치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4973300" y="5634038"/>
            <a:ext cx="742950" cy="238125"/>
          </a:xfrm>
          <a:prstGeom prst="roundRect">
            <a:avLst>
              <a:gd name="adj" fmla="val 24000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5059025" y="5729288"/>
            <a:ext cx="47625" cy="47625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15154275" y="5662613"/>
            <a:ext cx="55245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 지남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12677775" y="6129338"/>
            <a:ext cx="2038350" cy="1166813"/>
          </a:xfrm>
          <a:prstGeom prst="roundRect">
            <a:avLst>
              <a:gd name="adj" fmla="val 9796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820650" y="6272213"/>
            <a:ext cx="383158" cy="204788"/>
          </a:xfrm>
          <a:prstGeom prst="roundRect">
            <a:avLst>
              <a:gd name="adj" fmla="val 27907"/>
            </a:avLst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12896850" y="6291263"/>
            <a:ext cx="269074" cy="204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육류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4468475" y="6322219"/>
            <a:ext cx="104775" cy="104775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12820650" y="6572250"/>
            <a:ext cx="19278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삼겹살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2820650" y="6915150"/>
            <a:ext cx="856655" cy="238125"/>
          </a:xfrm>
          <a:prstGeom prst="roundRect">
            <a:avLst>
              <a:gd name="adj" fmla="val 24000"/>
            </a:avLst>
          </a:prstGeom>
          <a:solidFill>
            <a:srgbClr val="16A34A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906375" y="7010400"/>
            <a:ext cx="47625" cy="47625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5" name="Text 53"/>
          <p:cNvSpPr/>
          <p:nvPr/>
        </p:nvSpPr>
        <p:spPr>
          <a:xfrm>
            <a:off x="13001625" y="6943725"/>
            <a:ext cx="66615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24일 남음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14830425" y="6129338"/>
            <a:ext cx="2038350" cy="1166813"/>
          </a:xfrm>
          <a:prstGeom prst="roundRect">
            <a:avLst>
              <a:gd name="adj" fmla="val 9796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973300" y="6272213"/>
            <a:ext cx="498500" cy="204788"/>
          </a:xfrm>
          <a:prstGeom prst="roundRect">
            <a:avLst>
              <a:gd name="adj" fmla="val 27907"/>
            </a:avLst>
          </a:prstGeom>
          <a:solidFill>
            <a:srgbClr val="F1F5F9"/>
          </a:solidFill>
          <a:ln/>
        </p:spPr>
      </p:sp>
      <p:sp>
        <p:nvSpPr>
          <p:cNvPr id="58" name="Text 56"/>
          <p:cNvSpPr/>
          <p:nvPr/>
        </p:nvSpPr>
        <p:spPr>
          <a:xfrm>
            <a:off x="15049500" y="6291263"/>
            <a:ext cx="395950" cy="204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유제품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6621125" y="6322219"/>
            <a:ext cx="104775" cy="104775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0" name="Text 58"/>
          <p:cNvSpPr/>
          <p:nvPr/>
        </p:nvSpPr>
        <p:spPr>
          <a:xfrm>
            <a:off x="14973300" y="6572250"/>
            <a:ext cx="19278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요거트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14973300" y="6915150"/>
            <a:ext cx="764679" cy="238125"/>
          </a:xfrm>
          <a:prstGeom prst="roundRect">
            <a:avLst>
              <a:gd name="adj" fmla="val 24000"/>
            </a:avLst>
          </a:prstGeom>
          <a:solidFill>
            <a:srgbClr val="16A34A">
              <a:alpha val="1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059025" y="7010400"/>
            <a:ext cx="47625" cy="47625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3" name="Text 61"/>
          <p:cNvSpPr/>
          <p:nvPr/>
        </p:nvSpPr>
        <p:spPr>
          <a:xfrm>
            <a:off x="15154275" y="6943725"/>
            <a:ext cx="57417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5일 남음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047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9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세 가지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533650"/>
            <a:ext cx="5130775" cy="6838950"/>
          </a:xfrm>
          <a:prstGeom prst="roundRect">
            <a:avLst>
              <a:gd name="adj" fmla="val 3342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1625" y="30384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52600" y="3219450"/>
            <a:ext cx="247650" cy="2476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571625" y="3990975"/>
            <a:ext cx="4700878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음식 목록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71625" y="4643438"/>
            <a:ext cx="440173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색상 카드 그리드로 냉장고 속 재료를 한눈에.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78575" y="2533650"/>
            <a:ext cx="5130850" cy="6838950"/>
          </a:xfrm>
          <a:prstGeom prst="roundRect">
            <a:avLst>
              <a:gd name="adj" fmla="val 3342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07200" y="30384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0EA5E9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88175" y="3219450"/>
            <a:ext cx="247650" cy="2476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007200" y="3990975"/>
            <a:ext cx="470096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그룹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07200" y="4643438"/>
            <a:ext cx="440180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초대 코드로 가족을 모아 하나의 냉장고를 함께 관리.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14225" y="2533650"/>
            <a:ext cx="5130775" cy="6838950"/>
          </a:xfrm>
          <a:prstGeom prst="roundRect">
            <a:avLst>
              <a:gd name="adj" fmla="val 3342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42850" y="30384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623825" y="3219450"/>
            <a:ext cx="247650" cy="2476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2442850" y="3990975"/>
            <a:ext cx="4700878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소비기한 알림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442850" y="4643438"/>
            <a:ext cx="440173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임박·당일 음식을 미리 알려주어 놓치지 않게.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63242"/>
            <a:ext cx="17602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가족 협력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143000" y="3610942"/>
            <a:ext cx="12753975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700" b="1" kern="0" spc="-11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냉장고, 온 가족이 동시에 관리합니다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6037883"/>
            <a:ext cx="46933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3명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6961808"/>
            <a:ext cx="469334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그룹의 구성원이 같은 </a:t>
            </a:r>
            <a:r>
              <a:rPr lang="en-US" sz="2250" dirty="0" err="1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목록을</a:t>
            </a:r>
            <a:r>
              <a:rPr lang="en-US" sz="225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 err="1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봅니다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943079" y="6037883"/>
            <a:ext cx="9525" cy="128587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86004" y="6037883"/>
            <a:ext cx="469637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86004" y="6961808"/>
            <a:ext cx="469637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무엇을 </a:t>
            </a:r>
            <a:r>
              <a:rPr lang="en-US" sz="2250" dirty="0" err="1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추가·소진했는지</a:t>
            </a:r>
            <a:r>
              <a:rPr lang="en-US" sz="225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 err="1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</a:t>
            </a:r>
            <a:r>
              <a:rPr lang="en-US" sz="225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 err="1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반영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288837" y="6037883"/>
            <a:ext cx="9525" cy="128587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31762" y="6037883"/>
            <a:ext cx="380906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1831762" y="6961808"/>
            <a:ext cx="380906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초대 코드로 가족을 </a:t>
            </a:r>
            <a:r>
              <a:rPr lang="en-US" sz="2250" dirty="0" err="1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그룹에</a:t>
            </a:r>
            <a:r>
              <a:rPr lang="en-US" sz="2250" dirty="0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 err="1">
                <a:solidFill>
                  <a:srgbClr val="DC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047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kern="0" spc="-9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43000" y="2038350"/>
            <a:ext cx="176022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덜 버리고, 덜 사고, 더 나눕니다. </a:t>
            </a:r>
            <a:r>
              <a:rPr lang="en-US" sz="25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(도입 목표치)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3209925"/>
            <a:ext cx="5130775" cy="6162675"/>
          </a:xfrm>
          <a:prstGeom prst="roundRect">
            <a:avLst>
              <a:gd name="adj" fmla="val 334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9725" y="5238750"/>
            <a:ext cx="4617058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−40%</a:t>
            </a:r>
            <a:endParaRPr lang="en-US" sz="7500" dirty="0"/>
          </a:p>
        </p:txBody>
      </p:sp>
      <p:sp>
        <p:nvSpPr>
          <p:cNvPr id="7" name="Text 5"/>
          <p:cNvSpPr/>
          <p:nvPr/>
        </p:nvSpPr>
        <p:spPr>
          <a:xfrm>
            <a:off x="1609725" y="6419850"/>
            <a:ext cx="461705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음식 폐기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09725" y="6943725"/>
            <a:ext cx="461705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소비기한을 놓쳐 버리는 양을 줄입니다.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78575" y="3209925"/>
            <a:ext cx="5130850" cy="6162675"/>
          </a:xfrm>
          <a:prstGeom prst="roundRect">
            <a:avLst>
              <a:gd name="adj" fmla="val 334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5300" y="5038725"/>
            <a:ext cx="461714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−30%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7045300" y="6219825"/>
            <a:ext cx="46171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구매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045300" y="6743700"/>
            <a:ext cx="432332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있는 재료를 다시 사는 일을 줄입니다.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014225" y="3209925"/>
            <a:ext cx="5130775" cy="6162675"/>
          </a:xfrm>
          <a:prstGeom prst="roundRect">
            <a:avLst>
              <a:gd name="adj" fmla="val 334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80950" y="5238750"/>
            <a:ext cx="4617058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7500" dirty="0"/>
          </a:p>
        </p:txBody>
      </p:sp>
      <p:sp>
        <p:nvSpPr>
          <p:cNvPr id="15" name="Text 13"/>
          <p:cNvSpPr/>
          <p:nvPr/>
        </p:nvSpPr>
        <p:spPr>
          <a:xfrm>
            <a:off x="12480950" y="6419850"/>
            <a:ext cx="461705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소통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480950" y="6943725"/>
            <a:ext cx="461705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장보기와 식사 준비를 함께 챙깁니다.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3328095"/>
            <a:ext cx="209550" cy="20955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504950" y="3328095"/>
            <a:ext cx="209550" cy="2095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866900" y="3328095"/>
            <a:ext cx="209550" cy="20955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032945"/>
            <a:ext cx="16482060" cy="204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200" b="1" kern="0" spc="-14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지금, 냉장고를 열어보세요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6501705"/>
            <a:ext cx="17602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냉장고 관리 · Fridge Manager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449</Words>
  <Application>Microsoft Macintosh PowerPoint</Application>
  <PresentationFormat>사용자 지정</PresentationFormat>
  <Paragraphs>109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5</cp:revision>
  <dcterms:created xsi:type="dcterms:W3CDTF">2026-07-08T05:28:22Z</dcterms:created>
  <dcterms:modified xsi:type="dcterms:W3CDTF">2026-07-08T05:36:46Z</dcterms:modified>
</cp:coreProperties>
</file>